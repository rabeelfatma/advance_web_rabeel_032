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abeelfatma/advance_web_Rabeel_03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FDF"/>
                </a:solidFill>
              </a:rPr>
              <a:t>COMSATS University Islamabad, Vehari Campus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Department of Software Engineering  |  CSC336 Advance Web Technologies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4A6"/>
                </a:solidFill>
              </a:rPr>
              <a:t>MERN Stack Web Application  ·  Full-Stack  ·  AI-Powered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</a:rPr>
              <a:t>Student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Rabeel Fatima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7432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</a:rPr>
              <a:t>Reg #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SP23-BSE-032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</a:rPr>
              <a:t>Semester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7th – Spring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27432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</a:rPr>
              <a:t>Instructor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Ma'am Yasmeen Jana</a:t>
            </a:r>
            <a:endParaRPr lang="en-US" sz="110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5C51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github.com/rabeelfatma/advance_web_Rabeel_032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Full-stack MERN web application for personal finance tracking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44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React.js frontend + Node.js/Express.js backend + MongoDB database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6537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Google Gemini AI integration for personalized financial advice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459736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865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JWT authentication with bcrypt password hashing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80944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07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30+ features across 6 pages: Landing, Signup, Login, Forgot Password, Dashboard, Analytics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502152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RESTful API with 9 endpoints across 4 resource groups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023360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9502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Interactive charts: Line, Pie, Bar powered by Recharts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544568"/>
            <a:ext cx="201168" cy="20116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4714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PDF report export using jsPDF | Dark/Light mode toggle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103120" cy="4023360"/>
          </a:xfrm>
          <a:prstGeom prst="roundRect">
            <a:avLst>
              <a:gd name="adj" fmla="val 5217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41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React.js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8928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React Router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Axios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8986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Recharts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401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Vite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822960"/>
            <a:ext cx="2103120" cy="4023360"/>
          </a:xfrm>
          <a:prstGeom prst="roundRect">
            <a:avLst>
              <a:gd name="adj" fmla="val 5217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82296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841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13898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Node.js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18928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Express.js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2395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Mongoose ODM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28986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JWT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401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bcryptjs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822960"/>
            <a:ext cx="2103120" cy="4023360"/>
          </a:xfrm>
          <a:prstGeom prst="roundRect">
            <a:avLst>
              <a:gd name="adj" fmla="val 5217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2296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841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3898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MongoDB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8928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3 Collections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395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Data Isolation via userId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822960"/>
            <a:ext cx="2103120" cy="4023360"/>
          </a:xfrm>
          <a:prstGeom prst="roundRect">
            <a:avLst>
              <a:gd name="adj" fmla="val 5217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82296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8412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AI / Export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13898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Google Gemini AI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95160" y="18928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jsPDF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2395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dotenv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95160" y="28986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cors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200400"/>
          </a:xfrm>
          <a:prstGeom prst="roundRect">
            <a:avLst>
              <a:gd name="adj" fmla="val 4667"/>
            </a:avLst>
          </a:prstGeom>
          <a:solidFill>
            <a:srgbClr val="0D6E8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React.js + React Router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Client-side navigation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Axios + JWT Interceptor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103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A6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3200400"/>
          </a:xfrm>
          <a:prstGeom prst="roundRect">
            <a:avLst>
              <a:gd name="adj" fmla="val 4667"/>
            </a:avLst>
          </a:prstGeom>
          <a:solidFill>
            <a:srgbClr val="0D5C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9659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Node.js + Express.js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4688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RESTful API (9 endpoints)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9718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JWT Middleware protection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2103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A6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6480" y="822960"/>
            <a:ext cx="2743200" cy="3200400"/>
          </a:xfrm>
          <a:prstGeom prst="roundRect">
            <a:avLst>
              <a:gd name="adj" fmla="val 4667"/>
            </a:avLst>
          </a:prstGeom>
          <a:solidFill>
            <a:srgbClr val="6B3A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264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MongoDB database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4688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Mongoose schemas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9718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3 Collections: users / transactions / contacts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A6"/>
                </a:solidFill>
              </a:rPr>
              <a:t>🔒  Security: JWT token verification protects all transaction &amp; AI endpoints  |  bcrypt password hashing  |  Data isolation via userId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 ( 30+ Total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</a:rPr>
              <a:t>🔐  Authentication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JWT + bcrypt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Password Policy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93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Show/Hide Toggle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8961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</a:rPr>
              <a:t>💳  Transactions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Full CRUD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Real-time 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093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Category/Date Filter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8961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</a:rPr>
              <a:t>📊  Analytics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Line Chart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709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Pie / Donut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093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Bar Chart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8346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2907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</a:rPr>
              <a:t>🤖  AI Advisor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Gemini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Spending 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05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Financial Tips Cards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2907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</a:rPr>
              <a:t>📈  Dashboard Widgets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Health 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Budget Progress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4105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Smart Notifications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8346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72200" y="29077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</a:rPr>
              <a:t>🌙  UX Features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3337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Dark/Light Mode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PDF Export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4105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Smooth Scroll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&amp; Routes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95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Route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Component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795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8595360" cy="566928"/>
          </a:xfrm>
          <a:prstGeom prst="rect">
            <a:avLst/>
          </a:prstGeom>
          <a:solidFill>
            <a:srgbClr val="24305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2529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22529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</a:rPr>
              <a:t>LandingPage.jsx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22529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Marketing page – hero, features, stats, contact 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8595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6537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/signup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86537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</a:rPr>
              <a:t>Signup.jsx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86537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User registration with password strength policy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8595360" cy="566928"/>
          </a:xfrm>
          <a:prstGeom prst="rect">
            <a:avLst/>
          </a:prstGeom>
          <a:solidFill>
            <a:srgbClr val="24305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0545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50545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</a:rPr>
              <a:t>Login.jsx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50545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Email/password auth – returns JWT token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8595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4553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/forgot-password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1455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</a:rPr>
              <a:t>ForgotPassword.jsx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14553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Direct password reset – no OTP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8595360" cy="566928"/>
          </a:xfrm>
          <a:prstGeom prst="rect">
            <a:avLst/>
          </a:prstGeom>
          <a:solidFill>
            <a:srgbClr val="24305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8561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78561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</a:rPr>
              <a:t>Dashboard.jsx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78561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Main manager – transactions, AI advisor, widgets, PDF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389120"/>
            <a:ext cx="8595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25696"/>
            <a:ext cx="205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/analytics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442569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A6"/>
                </a:solidFill>
              </a:rPr>
              <a:t>AnalysisPage.jsx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442569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Charts (Line, Pie, Bar) with ALL/DAILY/MONTHLY/YEARLY filters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 –  9 Endpoints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95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795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Endpoint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7955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Auth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7955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61288"/>
            <a:ext cx="8595360" cy="402336"/>
          </a:xfrm>
          <a:prstGeom prst="rect">
            <a:avLst/>
          </a:prstGeom>
          <a:solidFill>
            <a:srgbClr val="24305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16152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161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61872" y="11978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/api/auth/signup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1978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197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Register new 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600200"/>
            <a:ext cx="859536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65506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6550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61872" y="16367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6367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1636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Authenticate – return JWT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039112"/>
            <a:ext cx="8595360" cy="402336"/>
          </a:xfrm>
          <a:prstGeom prst="rect">
            <a:avLst/>
          </a:prstGeom>
          <a:solidFill>
            <a:srgbClr val="24305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09397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093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61872" y="2075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/api/auth/forgot-password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0756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075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Reset password directly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478024"/>
            <a:ext cx="859536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53288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532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GET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61872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514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A6"/>
                </a:solidFill>
              </a:rPr>
              <a:t>🔒 JWT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2514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Get all user transactions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916936"/>
            <a:ext cx="8595360" cy="402336"/>
          </a:xfrm>
          <a:prstGeom prst="rect">
            <a:avLst/>
          </a:prstGeom>
          <a:solidFill>
            <a:srgbClr val="24305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97180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971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POST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61872" y="29535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29535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A6"/>
                </a:solidFill>
              </a:rPr>
              <a:t>🔒 JWT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2953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Add new transaction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355848"/>
            <a:ext cx="859536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410712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4107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PUT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61872" y="3392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/api/transactions/:id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33924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A6"/>
                </a:solidFill>
              </a:rPr>
              <a:t>🔒 JWT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33924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Update transaction by ID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794760"/>
            <a:ext cx="8595360" cy="402336"/>
          </a:xfrm>
          <a:prstGeom prst="rect">
            <a:avLst/>
          </a:prstGeom>
          <a:solidFill>
            <a:srgbClr val="24305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384962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8496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DELETE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261872" y="38313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/api/transactions/:id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63440" y="3831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A6"/>
                </a:solidFill>
              </a:rPr>
              <a:t>🔒 JWT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77840" y="3831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Delete transaction by ID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233672"/>
            <a:ext cx="859536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428853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2885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POST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261872" y="4270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/api/ai-advice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663440" y="42702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A6"/>
                </a:solidFill>
              </a:rPr>
              <a:t>🔒 JWT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77840" y="42702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Gemini AI financial advice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4672584"/>
            <a:ext cx="8595360" cy="402336"/>
          </a:xfrm>
          <a:prstGeom prst="rect">
            <a:avLst/>
          </a:prstGeom>
          <a:solidFill>
            <a:srgbClr val="24305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" y="472744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4727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POST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261872" y="4709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/api/contact/send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663440" y="47091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—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577840" y="4709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Submit contact form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/ Project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04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8046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Landing 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0241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Browse features &amp; contact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6"/>
                </a:solidFill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149961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499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1499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 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7190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Register with password policy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9751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6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" y="21945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2194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4140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Get JWT → Dashboard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670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6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2880" y="288950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28895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Transactions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31089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Income/Expense to MongoDB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364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6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" y="35844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" y="35844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38039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Live summary, search, filter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0599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A6"/>
                </a:solidFill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82880" y="427939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279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" y="4279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Advisor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" y="4498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Gemini AI tips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8046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804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93792" y="804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PDF Export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93792" y="10241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Download report via jsPDF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1280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663440" y="149961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499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93792" y="14996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93792" y="17190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Line/Pie/Bar charts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19751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663440" y="219456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93792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Logout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93792" y="24140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Clear JWT → Login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2670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663440" y="288950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10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93792" y="2889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93792" y="3108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Auto budget alerts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54880" y="3364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518"/>
                </a:solidFill>
              </a:rPr>
              <a:t>↓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663440" y="35844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11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93792" y="3584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Dark Mode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193792" y="38039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F"/>
                </a:solidFill>
              </a:rPr>
              <a:t>Toggle theme anytime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– Core Functionality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97680" cy="1298448"/>
          </a:xfrm>
          <a:prstGeom prst="roundRect">
            <a:avLst>
              <a:gd name="adj" fmla="val 8451"/>
            </a:avLst>
          </a:prstGeom>
          <a:solidFill>
            <a:srgbClr val="0D5C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96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Live Summary Bar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Balance, Total Income, Total Expense – updates in real-time with every transaction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804672"/>
            <a:ext cx="4297680" cy="1298448"/>
          </a:xfrm>
          <a:prstGeom prst="roundRect">
            <a:avLst>
              <a:gd name="adj" fmla="val 8451"/>
            </a:avLst>
          </a:prstGeom>
          <a:solidFill>
            <a:srgbClr val="6B3A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896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🔔  Smart Notifications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Bell icon with badge – alerts for budget exceeded, 80% warning, and last transaction entry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2221992"/>
            <a:ext cx="4297680" cy="1298448"/>
          </a:xfrm>
          <a:prstGeom prst="roundRect">
            <a:avLst>
              <a:gd name="adj" fmla="val 8451"/>
            </a:avLst>
          </a:prstGeom>
          <a:solidFill>
            <a:srgbClr val="1A3A6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AI Financial Advisor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Click 'Get AI Advice' – Gemini AI analyzes spending patterns and returns structured tip cards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221992"/>
            <a:ext cx="4297680" cy="1298448"/>
          </a:xfrm>
          <a:prstGeom prst="roundRect">
            <a:avLst>
              <a:gd name="adj" fmla="val 8451"/>
            </a:avLst>
          </a:prstGeom>
          <a:solidFill>
            <a:srgbClr val="0D6E8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313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📉  Financial Health 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6974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0–100 score calculated from savings rate – displayed as a visual widget on dashboard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639312"/>
            <a:ext cx="4297680" cy="1298448"/>
          </a:xfrm>
          <a:prstGeom prst="roundRect">
            <a:avLst>
              <a:gd name="adj" fmla="val 8451"/>
            </a:avLst>
          </a:prstGeom>
          <a:solidFill>
            <a:srgbClr val="4A208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730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📦  Budget Progress Bar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1148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Green &lt; 80% | Orange &lt; 100% | Red = exceeded – live color-coded budget tracking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639312"/>
            <a:ext cx="4297680" cy="1298448"/>
          </a:xfrm>
          <a:prstGeom prst="roundRect">
            <a:avLst>
              <a:gd name="adj" fmla="val 8451"/>
            </a:avLst>
          </a:prstGeom>
          <a:solidFill>
            <a:srgbClr val="1E5A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730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🏷  Top Categories Widget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1148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Top 4 expense categories ranked with individual progress bars – helps identify spending habits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Page – Data Visualization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834640" cy="2926080"/>
          </a:xfrm>
          <a:prstGeom prst="roundRect">
            <a:avLst>
              <a:gd name="adj" fmla="val 3871"/>
            </a:avLst>
          </a:prstGeom>
          <a:solidFill>
            <a:srgbClr val="0D6E8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68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" y="1389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Line Chart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" y="18288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Income vs Expense trend over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23957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Green line = Income | Red line = Expense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96265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X-axis: HH:MM (daily) / Date (monthly/yearly)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834640" cy="2926080"/>
          </a:xfrm>
          <a:prstGeom prst="roundRect">
            <a:avLst>
              <a:gd name="adj" fmla="val 3871"/>
            </a:avLst>
          </a:prstGeom>
          <a:solidFill>
            <a:srgbClr val="4A208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868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🍩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54680" y="1389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Pie / Donut Chart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4408" y="18288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Budget distribution visualization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23957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Income vs Expense proportions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296265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Interactive hover tooltips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804672"/>
            <a:ext cx="2834640" cy="2926080"/>
          </a:xfrm>
          <a:prstGeom prst="roundRect">
            <a:avLst>
              <a:gd name="adj" fmla="val 3871"/>
            </a:avLst>
          </a:prstGeom>
          <a:solidFill>
            <a:srgbClr val="0D5C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868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13898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Bar Chart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18288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Side-by-side Income vs Expense bars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23957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Easy visual comparison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296265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▸ Consistent with time filter tabs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3886200"/>
            <a:ext cx="8778240" cy="868680"/>
          </a:xfrm>
          <a:prstGeom prst="roundRect">
            <a:avLst>
              <a:gd name="adj" fmla="val 10526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931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⏱  Time Filters applied to ALL charts simultaneously: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61104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70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ALL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54480" y="4261104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4270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DAILY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4261104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270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MONTHLY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31920" y="4261104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4270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YEARLY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4261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Stats Cards: Total Savings + Savings Rate %  |  Top Expense Category  |  Total Transactions Count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  –  All Tests PASS 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8686800" cy="731520"/>
          </a:xfrm>
          <a:prstGeom prst="roundRect">
            <a:avLst>
              <a:gd name="adj" fmla="val 12500"/>
            </a:avLst>
          </a:prstGeom>
          <a:solidFill>
            <a:srgbClr val="0D5C3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83880" y="987552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0" y="9875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8778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M1 – 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8778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</a:rPr>
              <a:t>10 cases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TC-1.1a, 1.1b, 1.1c, 1.2a, 1.2b, 1.2c, 1.3a, 1.3b, 1.3c, 1.4a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45920"/>
            <a:ext cx="8686800" cy="731520"/>
          </a:xfrm>
          <a:prstGeom prst="roundRect">
            <a:avLst>
              <a:gd name="adj" fmla="val 12500"/>
            </a:avLst>
          </a:prstGeom>
          <a:solidFill>
            <a:srgbClr val="0D6E8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83880" y="1810512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8105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17007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M2 – Transactions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7007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</a:rPr>
              <a:t>3 cases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011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TC-2.1a (Add), TC-2.2a (Edit), TC-2.3a (Delete)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468880"/>
            <a:ext cx="8686800" cy="731520"/>
          </a:xfrm>
          <a:prstGeom prst="roundRect">
            <a:avLst>
              <a:gd name="adj" fmla="val 12500"/>
            </a:avLst>
          </a:prstGeom>
          <a:solidFill>
            <a:srgbClr val="4A208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2633472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6334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25237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M3 – Analytics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5237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</a:rPr>
              <a:t>3 cases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TC-3.1a (Line), TC-3.1b (Pie), TC-3.1c (Bar)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291840"/>
            <a:ext cx="8686800" cy="731520"/>
          </a:xfrm>
          <a:prstGeom prst="roundRect">
            <a:avLst>
              <a:gd name="adj" fmla="val 12500"/>
            </a:avLst>
          </a:prstGeom>
          <a:solidFill>
            <a:srgbClr val="6B3A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83880" y="3456432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34564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33467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M4 – AI Advisor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3467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</a:rPr>
              <a:t>1 case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657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TC-4.1a – Gemini AI returns structured advice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114800"/>
            <a:ext cx="8686800" cy="731520"/>
          </a:xfrm>
          <a:prstGeom prst="roundRect">
            <a:avLst>
              <a:gd name="adj" fmla="val 12500"/>
            </a:avLst>
          </a:prstGeom>
          <a:solidFill>
            <a:srgbClr val="1A3A6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83880" y="4279392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42793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5760" y="41696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M5 – Widgets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41696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</a:rPr>
              <a:t>2 cases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480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TC-5.1b (Budget Progress), TC-5.1c (Smart Notifications)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Achievements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97680" cy="1280160"/>
          </a:xfrm>
          <a:prstGeom prst="roundRect">
            <a:avLst>
              <a:gd name="adj" fmla="val 857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896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7552" y="914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</a:rPr>
              <a:t>Full MERN Stack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280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React.js + Node.js + Express.js + MongoDB fully integrated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97680" cy="1280160"/>
          </a:xfrm>
          <a:prstGeom prst="roundRect">
            <a:avLst>
              <a:gd name="adj" fmla="val 857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8961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68112" y="914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</a:rPr>
              <a:t>AI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68112" y="1280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Google Gemini AI providing real personalized financial advice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240280"/>
            <a:ext cx="4297680" cy="1280160"/>
          </a:xfrm>
          <a:prstGeom prst="roundRect">
            <a:avLst>
              <a:gd name="adj" fmla="val 857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" y="2313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552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</a:rPr>
              <a:t>Secure Auth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JWT + bcrypt with enforced password policy (2 alpha, 2 num, 1 special)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297680" cy="1280160"/>
          </a:xfrm>
          <a:prstGeom prst="roundRect">
            <a:avLst>
              <a:gd name="adj" fmla="val 857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2313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68112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</a:rPr>
              <a:t>Rich 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68112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3 interactive Recharts charts with 4 time-filter tabs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657600"/>
            <a:ext cx="4297680" cy="1280160"/>
          </a:xfrm>
          <a:prstGeom prst="roundRect">
            <a:avLst>
              <a:gd name="adj" fmla="val 857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608" y="37307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30+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7552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</a:rPr>
              <a:t>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4114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30+ features implemented across 6 pages and 9 API endpoints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4297680" cy="1280160"/>
          </a:xfrm>
          <a:prstGeom prst="roundRect">
            <a:avLst>
              <a:gd name="adj" fmla="val 8571"/>
            </a:avLst>
          </a:prstGeom>
          <a:solidFill>
            <a:srgbClr val="24305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37307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68112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</a:rPr>
              <a:t>Documentation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68112" y="4114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Full report with module specs, API reference, and test cases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4681728"/>
            <a:ext cx="8778240" cy="338328"/>
          </a:xfrm>
          <a:prstGeom prst="roundRect">
            <a:avLst>
              <a:gd name="adj" fmla="val 216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700016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Rabeel Fatima  |  SP23-BSE-032  |  CSC336 Advance Web Technologies  |  COMSATS Vehari  |  Spring 2026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Manager – MERN Stack Web Application</dc:title>
  <dc:subject>PptxGenJS Presentation</dc:subject>
  <dc:creator>Rabeel Fatima SP23-BSE-032</dc:creator>
  <cp:lastModifiedBy>Rabeel Fatima SP23-BSE-032</cp:lastModifiedBy>
  <cp:revision>1</cp:revision>
  <dcterms:created xsi:type="dcterms:W3CDTF">2026-06-16T11:34:20Z</dcterms:created>
  <dcterms:modified xsi:type="dcterms:W3CDTF">2026-06-16T11:34:20Z</dcterms:modified>
</cp:coreProperties>
</file>